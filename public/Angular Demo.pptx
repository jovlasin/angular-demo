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F5EC1-D10D-5142-8460-7D6BB4798E5B}" v="8" dt="2025-11-20T03:00:14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3"/>
    <p:restoredTop sz="94658"/>
  </p:normalViewPr>
  <p:slideViewPr>
    <p:cSldViewPr snapToGrid="0">
      <p:cViewPr varScale="1">
        <p:scale>
          <a:sx n="120" d="100"/>
          <a:sy n="120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8AC6A-9467-5541-971F-245ACC4758EC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32CF9-0178-AE4F-ABC7-58BAE9886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32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32CF9-0178-AE4F-ABC7-58BAE988620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89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5151-C5CC-54B1-8F5A-AF1044E3E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575F80-02BA-8F31-71E6-FE7A8AAFB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F53C5-0BDF-B389-B0E5-DE273A8CE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951B3-3DC5-8E0A-78A6-16314C9C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7AA71E-1143-8CF0-E56F-F0ED6AF96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98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BEBB-C167-D056-54BD-088FABDD6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E6739-A85B-52D3-8A0C-E66BFC746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9258-9B20-2EA0-7A25-5F454E2A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79FC1-CF57-33FD-05B2-21C3A7107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45A44-0210-89DF-BB20-87D322B8C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EB3A-A440-C523-1BED-CF8EBE31B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921BB-6652-9BA4-DC40-1C55FB262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5D821-FD07-2D7A-F9AF-3DD2AA3F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2CF9D-B9D0-2C37-EA0D-9942DD059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D00FD-1FB9-743D-4174-1C167BE4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3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45E49-4700-5D52-F2B6-BDEBF9814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48756-028A-0F84-D259-9E99F5ADB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F8D53-7797-7539-0003-9037DFC95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7E946-A6DC-E8A4-9297-D59B98FE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EFBC0-3E57-88EA-DF12-48F1EC98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A2E95-257D-27BC-5CBC-3F2DB613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690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930FF-A55B-1343-07A4-6ADC8221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C6543-7EA0-599D-3379-346A03EE0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C47C5-9721-690E-3479-0DE404BDB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856A6E-B897-319B-8943-69C6CFECBD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E37487-A3B7-7DEB-9075-82009F398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93DAB5-1B9A-DE63-3E39-C2264002D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A2AD57-F320-560D-8861-25C044FD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D63E57-A9CC-0DE3-EAE3-5D935633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908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B9C3-D54F-AAD9-C24E-E40FD304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883DF-3BE2-CFEC-C78D-B7FC094BC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8EF4F-0115-E029-5C58-E0F0FC66A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91D60-CBEC-5C6D-5F0D-BB8EC921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81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9B52B-F80E-3532-4046-CECE9B4F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276D26-42F5-618C-AC2B-58321425B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9E5CA-7843-7A63-D88B-CFA30D60A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5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38D3-ECBB-A981-4F58-A82B4C5B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D8EA5-D7E1-286D-42C7-EC41B376C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00334-7096-E54A-0A16-5BC23015F1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39B50-B5F5-1BB1-4706-074748F50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089DF-8803-61DB-FC46-7D8F12F68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8E594-0E02-84AC-76FA-A28E9016C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BD19-7FCF-6DF0-D85B-1D5B420CE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4F586F-7E07-8286-A0F8-38466BC66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4ABCA-CA39-7B83-4E3E-EB9A8DDB0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1A673-3357-A4FD-84AA-3B9073E2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7794BB-7F29-FA21-0437-9E8154D1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2CF68-15ED-D08C-DBC3-7B26E4DE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6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0CB3D-72F1-D91B-C843-C7FA6748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1D40D9-D36F-037F-412C-62E5A0D89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2338A-DC51-C3E1-6B5F-4C8AF7B0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57638-A819-2672-E1C5-3F39BD6BD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6AF21-3EDB-9E01-484F-4AA790541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92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98C6C-A1E6-0E9B-1B39-6753F4A95C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48762-B300-A639-C9F8-62338FC49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54587-295A-8266-04E1-BED312C0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EC087-F6AE-188A-C266-BBCC335B1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9BADF-AB8D-105D-8EDC-FECE94A37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3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E984C6-A812-94C7-25C3-EB368382A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F8612-F46E-961F-8128-CFA2F599F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B23F3-988E-374D-593F-7C46E0D1D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737E5-29C3-084A-B2BE-4B90C25EF537}" type="datetimeFigureOut">
              <a:rPr lang="en-US" smtClean="0"/>
              <a:t>11/19/25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EA19C-45AC-6A90-A1CD-AF17A2530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61872-F531-42FE-3D36-BAE252A3D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23AB9C-D613-F145-A08C-9D153BFB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5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A48C8C-6D9E-1E50-F2CC-387DA37B66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/>
              <a:t>Angular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FC590-D30A-E9EA-E932-AD9413EBD4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Josh Vlasin</a:t>
            </a:r>
          </a:p>
        </p:txBody>
      </p:sp>
      <p:sp>
        <p:nvSpPr>
          <p:cNvPr id="2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ow angle view of white 3D corners">
            <a:extLst>
              <a:ext uri="{FF2B5EF4-FFF2-40B4-BE49-F238E27FC236}">
                <a16:creationId xmlns:a16="http://schemas.microsoft.com/office/drawing/2014/main" id="{2774CB0A-F77C-C4B6-77ED-E123797B0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24" r="16523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33855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D9DAC-4BA4-52AC-6CB8-46B71E15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Today’s Topic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FB06F78-D108-A423-BDA9-8DA5D20D3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Overview of Angular</a:t>
            </a:r>
          </a:p>
          <a:p>
            <a:r>
              <a:rPr lang="en-US" sz="2200"/>
              <a:t>How to install angular cli</a:t>
            </a:r>
          </a:p>
          <a:p>
            <a:r>
              <a:rPr lang="en-US" sz="2200"/>
              <a:t>How to generate a new angular project</a:t>
            </a:r>
          </a:p>
          <a:p>
            <a:r>
              <a:rPr lang="en-US" sz="2200"/>
              <a:t>How to generate components (Header, footer, content, page)</a:t>
            </a:r>
          </a:p>
          <a:p>
            <a:r>
              <a:rPr lang="en-US" sz="2200"/>
              <a:t>Link routing to page components</a:t>
            </a:r>
          </a:p>
          <a:p>
            <a:r>
              <a:rPr lang="en-US" sz="2200"/>
              <a:t>Brief showcase of finished project</a:t>
            </a:r>
          </a:p>
        </p:txBody>
      </p:sp>
    </p:spTree>
    <p:extLst>
      <p:ext uri="{BB962C8B-B14F-4D97-AF65-F5344CB8AC3E}">
        <p14:creationId xmlns:p14="http://schemas.microsoft.com/office/powerpoint/2010/main" val="228512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D1EAF8-C52D-F2EC-2EB3-DB5C111E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What is Angular?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5DB2A-3D78-C28D-DC6F-28F1AF1A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Front-end web application framework used to build websites.</a:t>
            </a:r>
          </a:p>
          <a:p>
            <a:r>
              <a:rPr lang="en-US" sz="2200"/>
              <a:t>Created and maintained by Google</a:t>
            </a:r>
          </a:p>
          <a:p>
            <a:r>
              <a:rPr lang="en-US" sz="2200"/>
              <a:t>Uses TypeScript which is a superset of JavaScript</a:t>
            </a:r>
          </a:p>
          <a:p>
            <a:r>
              <a:rPr lang="en-US" sz="2200"/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3766695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17B9E-BA25-115B-4B21-4B6A11545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Key Features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250E3-D5D6-FAA1-C0B4-5479284B5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Component-Based Architecture – UI is built using reusable components</a:t>
            </a:r>
          </a:p>
          <a:p>
            <a:r>
              <a:rPr lang="en-US" sz="2200"/>
              <a:t>Built-in Routing – Easy to create navigation within application</a:t>
            </a:r>
          </a:p>
          <a:p>
            <a:r>
              <a:rPr lang="en-US" sz="2200"/>
              <a:t>Powerful CLI – Makes development tasks easier (Generation, Building, etc.)</a:t>
            </a:r>
          </a:p>
        </p:txBody>
      </p:sp>
    </p:spTree>
    <p:extLst>
      <p:ext uri="{BB962C8B-B14F-4D97-AF65-F5344CB8AC3E}">
        <p14:creationId xmlns:p14="http://schemas.microsoft.com/office/powerpoint/2010/main" val="992979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AF60B-044C-2BB3-9000-D375B6DEA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Step 1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22F4-DB4A-9994-83EF-3189A3088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Install Node and NPM for your system: https://</a:t>
            </a:r>
            <a:r>
              <a:rPr lang="en-US" sz="2200" dirty="0" err="1"/>
              <a:t>nodejs.org</a:t>
            </a:r>
            <a:r>
              <a:rPr lang="en-US" sz="2200" dirty="0"/>
              <a:t>/</a:t>
            </a:r>
            <a:r>
              <a:rPr lang="en-US" sz="2200" dirty="0" err="1"/>
              <a:t>en</a:t>
            </a:r>
            <a:r>
              <a:rPr lang="en-US" sz="2200" dirty="0"/>
              <a:t>/download</a:t>
            </a:r>
          </a:p>
          <a:p>
            <a:r>
              <a:rPr lang="en-US" sz="2200" dirty="0"/>
              <a:t>Install Angular CLI (After installing Node and NPM):</a:t>
            </a:r>
          </a:p>
          <a:p>
            <a:r>
              <a:rPr lang="en-US" sz="2200" i="1" dirty="0" err="1"/>
              <a:t>npm</a:t>
            </a:r>
            <a:r>
              <a:rPr lang="en-US" sz="2200" i="1" dirty="0"/>
              <a:t> install -g @angular/cli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3EB2B-23B1-229B-91F9-C42631E97ECC}"/>
              </a:ext>
            </a:extLst>
          </p:cNvPr>
          <p:cNvSpPr txBox="1"/>
          <p:nvPr/>
        </p:nvSpPr>
        <p:spPr>
          <a:xfrm>
            <a:off x="4692316" y="24063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37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259BF-9886-9FF6-41C0-C537EF93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Step 2 – Generate Application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02839-9614-A892-0EE4-80484E608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Open terminal and navigate to folder of choice</a:t>
            </a:r>
          </a:p>
          <a:p>
            <a:r>
              <a:rPr lang="en-US" sz="2200" i="1" dirty="0"/>
              <a:t>ng new &lt;application name of choice&gt; </a:t>
            </a:r>
          </a:p>
          <a:p>
            <a:r>
              <a:rPr lang="en-US" sz="2200" dirty="0"/>
              <a:t>Open app in IDE of choice</a:t>
            </a:r>
          </a:p>
        </p:txBody>
      </p:sp>
    </p:spTree>
    <p:extLst>
      <p:ext uri="{BB962C8B-B14F-4D97-AF65-F5344CB8AC3E}">
        <p14:creationId xmlns:p14="http://schemas.microsoft.com/office/powerpoint/2010/main" val="3364680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E3D44-19E6-5A1F-DDE0-F041B37B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14E21-804B-88A3-B42D-DD34D4A02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Component Structure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9DD09-D760-998B-16E7-CCDDD78DE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example-</a:t>
            </a:r>
            <a:r>
              <a:rPr lang="en-US" sz="2200" dirty="0" err="1"/>
              <a:t>component.css</a:t>
            </a:r>
            <a:r>
              <a:rPr lang="en-US" sz="2200" dirty="0"/>
              <a:t> – component-specific stylesheet</a:t>
            </a:r>
          </a:p>
          <a:p>
            <a:endParaRPr lang="en-US" sz="2200" dirty="0"/>
          </a:p>
          <a:p>
            <a:r>
              <a:rPr lang="en-US" sz="2200" dirty="0"/>
              <a:t>example-</a:t>
            </a:r>
            <a:r>
              <a:rPr lang="en-US" sz="2200" dirty="0" err="1"/>
              <a:t>component.html</a:t>
            </a:r>
            <a:r>
              <a:rPr lang="en-US" sz="2200" dirty="0"/>
              <a:t> – defines the user interface for the component</a:t>
            </a:r>
          </a:p>
          <a:p>
            <a:endParaRPr lang="en-US" sz="2200" dirty="0"/>
          </a:p>
          <a:p>
            <a:r>
              <a:rPr lang="en-US" sz="2200" dirty="0"/>
              <a:t>example-</a:t>
            </a:r>
            <a:r>
              <a:rPr lang="en-US" sz="2200" dirty="0" err="1"/>
              <a:t>component.spec.ts</a:t>
            </a:r>
            <a:r>
              <a:rPr lang="en-US" sz="2200" dirty="0"/>
              <a:t> – contains test for corresponding </a:t>
            </a:r>
            <a:r>
              <a:rPr lang="en-US" sz="2200" dirty="0" err="1"/>
              <a:t>ts</a:t>
            </a:r>
            <a:r>
              <a:rPr lang="en-US" sz="2200" dirty="0"/>
              <a:t> file, ensures that component behaves and functions as expected</a:t>
            </a:r>
          </a:p>
          <a:p>
            <a:endParaRPr lang="en-US" sz="2200" dirty="0"/>
          </a:p>
          <a:p>
            <a:r>
              <a:rPr lang="en-US" sz="2200" dirty="0"/>
              <a:t>example-</a:t>
            </a:r>
            <a:r>
              <a:rPr lang="en-US" sz="2200" dirty="0" err="1"/>
              <a:t>component.ts</a:t>
            </a:r>
            <a:r>
              <a:rPr lang="en-US" sz="2200" dirty="0"/>
              <a:t> – contains core logic, behavior, and data of component</a:t>
            </a:r>
          </a:p>
        </p:txBody>
      </p:sp>
    </p:spTree>
    <p:extLst>
      <p:ext uri="{BB962C8B-B14F-4D97-AF65-F5344CB8AC3E}">
        <p14:creationId xmlns:p14="http://schemas.microsoft.com/office/powerpoint/2010/main" val="52392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073FF-98B4-FB5C-51BF-CFBD4531A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62A38-5412-944D-A318-097CD24E4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Step 3 – Generate Components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FF03-48D2-6019-5569-1B7C9DCC8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1700"/>
              <a:t>Open terminal and navigate to the root of project folder</a:t>
            </a:r>
          </a:p>
          <a:p>
            <a:r>
              <a:rPr lang="en-US" sz="1700" i="1"/>
              <a:t>cd PATH/TO/angular-project</a:t>
            </a:r>
          </a:p>
          <a:p>
            <a:endParaRPr lang="en-US" sz="1700" i="1"/>
          </a:p>
          <a:p>
            <a:r>
              <a:rPr lang="en-US" sz="1700" i="1"/>
              <a:t>ng generate component components/header</a:t>
            </a:r>
          </a:p>
          <a:p>
            <a:r>
              <a:rPr lang="en-US" sz="1700" i="1"/>
              <a:t>ng generate component components/footer</a:t>
            </a:r>
          </a:p>
          <a:p>
            <a:endParaRPr lang="en-US" sz="1700" i="1"/>
          </a:p>
          <a:p>
            <a:r>
              <a:rPr lang="en-US" sz="1700" i="1"/>
              <a:t>^ creates a components folder under app folder that houses components</a:t>
            </a:r>
            <a:endParaRPr lang="en-US" sz="1700"/>
          </a:p>
          <a:p>
            <a:endParaRPr lang="en-US" sz="1700" i="1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AF4E3C-4465-D88F-A8BB-DC2D5DFC8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2344" y="396837"/>
            <a:ext cx="4275348" cy="606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927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76C885-BE68-73DC-5840-A378D28B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9D97FB-6DCE-401D-B416-5C3C7A97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Step 4 – Generate Pages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37C3D-7AB3-665D-6364-89F6630FA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i="1" dirty="0"/>
              <a:t>ng generate component pages/home</a:t>
            </a:r>
          </a:p>
          <a:p>
            <a:r>
              <a:rPr lang="en-US" sz="2200" i="1" dirty="0"/>
              <a:t>ng generate component pages/about</a:t>
            </a:r>
          </a:p>
          <a:p>
            <a:endParaRPr lang="en-US" sz="2200" i="1" dirty="0"/>
          </a:p>
          <a:p>
            <a:r>
              <a:rPr lang="en-US" sz="2200" dirty="0"/>
              <a:t>Open </a:t>
            </a:r>
            <a:r>
              <a:rPr lang="en-US" sz="2200"/>
              <a:t>app.routes.ts</a:t>
            </a:r>
            <a:r>
              <a:rPr lang="en-US" sz="2200" dirty="0"/>
              <a:t> and link the page components:</a:t>
            </a:r>
          </a:p>
          <a:p>
            <a:pPr marL="0" indent="0">
              <a:buNone/>
            </a:pPr>
            <a:endParaRPr lang="en-US" sz="2200" i="1" dirty="0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14F27D6-1308-0362-BF19-659280CB2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091" y="2082633"/>
            <a:ext cx="6978651" cy="269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8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21B76-29C5-7B8F-EB6A-8E8D2390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A4BD6EE-7B51-447C-AAB3-028B7A3E5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33847-FCE8-F3CA-75F4-5018FCC6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3387"/>
            <a:ext cx="5032744" cy="33656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Last step – Use components</a:t>
            </a:r>
          </a:p>
        </p:txBody>
      </p:sp>
      <p:pic>
        <p:nvPicPr>
          <p:cNvPr id="12" name="Picture 11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A3139286-1F4E-63B0-53CB-849571CEF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85" b="1"/>
          <a:stretch>
            <a:fillRect/>
          </a:stretch>
        </p:blipFill>
        <p:spPr>
          <a:xfrm>
            <a:off x="6546171" y="4675615"/>
            <a:ext cx="4923009" cy="1635446"/>
          </a:xfrm>
          <a:prstGeom prst="rect">
            <a:avLst/>
          </a:prstGeom>
        </p:spPr>
      </p:pic>
      <p:sp>
        <p:nvSpPr>
          <p:cNvPr id="40" name="sketch line">
            <a:extLst>
              <a:ext uri="{FF2B5EF4-FFF2-40B4-BE49-F238E27FC236}">
                <a16:creationId xmlns:a16="http://schemas.microsoft.com/office/drawing/2014/main" id="{6B5FF7CD-712E-4187-BFF5-B192FFB3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005089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1616943-263B-B1F3-67AB-3E84B86798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070" r="2" b="13081"/>
          <a:stretch>
            <a:fillRect/>
          </a:stretch>
        </p:blipFill>
        <p:spPr>
          <a:xfrm>
            <a:off x="838200" y="4675615"/>
            <a:ext cx="4799692" cy="1635446"/>
          </a:xfrm>
          <a:prstGeom prst="rect">
            <a:avLst/>
          </a:prstGeom>
        </p:spPr>
      </p:pic>
      <p:pic>
        <p:nvPicPr>
          <p:cNvPr id="6" name="Content Placeholder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A395889-32FE-B1D2-A805-AAB7FC1D348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936" r="2" b="16900"/>
          <a:stretch>
            <a:fillRect/>
          </a:stretch>
        </p:blipFill>
        <p:spPr>
          <a:xfrm>
            <a:off x="6094476" y="1456292"/>
            <a:ext cx="5938252" cy="19727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ACAB84-E830-D176-04D9-65E26A501C8E}"/>
              </a:ext>
            </a:extLst>
          </p:cNvPr>
          <p:cNvSpPr txBox="1"/>
          <p:nvPr/>
        </p:nvSpPr>
        <p:spPr>
          <a:xfrm>
            <a:off x="4692316" y="24063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23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1D397-B0CB-A23D-9F9F-A471D3893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 Time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442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304</Words>
  <Application>Microsoft Macintosh PowerPoint</Application>
  <PresentationFormat>Widescreen</PresentationFormat>
  <Paragraphs>50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Angular</vt:lpstr>
      <vt:lpstr>Today’s Topic</vt:lpstr>
      <vt:lpstr>What is Angular?</vt:lpstr>
      <vt:lpstr>Key Features</vt:lpstr>
      <vt:lpstr>Step 1</vt:lpstr>
      <vt:lpstr>Step 2 – Generate Application</vt:lpstr>
      <vt:lpstr>Component Structure</vt:lpstr>
      <vt:lpstr>Step 3 – Generate Components</vt:lpstr>
      <vt:lpstr>Step 4 – Generate Pages</vt:lpstr>
      <vt:lpstr>Last step – Use components</vt:lpstr>
      <vt:lpstr>Demo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Vlasin</dc:creator>
  <cp:lastModifiedBy>Josh Vlasin</cp:lastModifiedBy>
  <cp:revision>3</cp:revision>
  <dcterms:created xsi:type="dcterms:W3CDTF">2025-11-19T04:03:07Z</dcterms:created>
  <dcterms:modified xsi:type="dcterms:W3CDTF">2025-11-20T03:08:20Z</dcterms:modified>
</cp:coreProperties>
</file>